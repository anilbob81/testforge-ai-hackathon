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9" d="100"/>
          <a:sy n="99" d="100"/>
        </p:scale>
        <p:origin x="9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9D1A5-29BB-615F-432C-CBBADA46D8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55F5E-0BD4-9984-A336-86CD14F254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95335-1440-FAF0-E81A-352E10993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D43-3C6F-450E-9581-A3DE369EC1A5}" type="datetimeFigureOut">
              <a:rPr lang="en-FI" smtClean="0"/>
              <a:t>30/08/2026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DF074-7EE8-62ED-9D31-212C6CE3C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464E0-B726-6077-0F20-8AC9FE08A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D656E-11B7-4E9E-AB98-A0380031CFA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99071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3F996-A3AC-0EF7-CF1E-46E9C0378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3B7DD-9F38-C8DB-1322-4A5B96127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AD8C0-9EC8-8251-E6E0-F20EA8CAE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D43-3C6F-450E-9581-A3DE369EC1A5}" type="datetimeFigureOut">
              <a:rPr lang="en-FI" smtClean="0"/>
              <a:t>30/08/2026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642E-BC68-27A0-1B4B-3CAD68BB3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46EBF-DEEB-27F1-312E-5ADB9979E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D656E-11B7-4E9E-AB98-A0380031CFA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109373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228C9-750C-48D6-45C7-BFC2EB213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85C77-1463-A330-F6B3-7B5EE30A8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92D55-C4BB-91FA-D102-AAD676794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D43-3C6F-450E-9581-A3DE369EC1A5}" type="datetimeFigureOut">
              <a:rPr lang="en-FI" smtClean="0"/>
              <a:t>30/08/2026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B7280-96E1-385F-B9F6-C80D272F6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0547B-7EBD-1AF9-5782-A8CC68ED5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D656E-11B7-4E9E-AB98-A0380031CFA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25272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C9995-05E4-8333-C32E-4BCF8289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28E22-3EA8-F98E-0487-0FD568D729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533C-D1F0-DC1D-CCF6-8A694D9D47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0E78F-D685-7547-5B05-268F835FA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D43-3C6F-450E-9581-A3DE369EC1A5}" type="datetimeFigureOut">
              <a:rPr lang="en-FI" smtClean="0"/>
              <a:t>30/08/2026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E1172-695F-D82B-58F2-AE7D9FF33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4899CF-5092-862A-A4B6-599036266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D656E-11B7-4E9E-AB98-A0380031CFA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948033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CD69F-B83E-D312-32BF-ABE7E0781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A0FFA-85F5-323A-DB0B-D88129D55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339790-AE45-6B40-4648-9AF377EBC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4B906B-9741-C4AD-6B78-77FB28B84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5F34B7-8EB4-8084-7CCB-03C8128722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1112B2-789A-83B5-1FAB-D6F5113FC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D43-3C6F-450E-9581-A3DE369EC1A5}" type="datetimeFigureOut">
              <a:rPr lang="en-FI" smtClean="0"/>
              <a:t>30/08/2026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947004-ED13-556E-4F3E-88AC011A9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4490B6-11DA-2A2E-7376-2D80D130C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D656E-11B7-4E9E-AB98-A0380031CFA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880695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5FE6A-88F5-55A0-E7AC-F6F3DA04C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162CB9-A744-5D24-AA17-B849FD21F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D43-3C6F-450E-9581-A3DE369EC1A5}" type="datetimeFigureOut">
              <a:rPr lang="en-FI" smtClean="0"/>
              <a:t>30/08/2026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3BF543-88D7-257A-4B31-6A16BF0DC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9A13CF-2D1E-CAB0-1F8A-4D3395D61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D656E-11B7-4E9E-AB98-A0380031CFA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147681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66481-F984-BA67-679C-A859F46F9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D43-3C6F-450E-9581-A3DE369EC1A5}" type="datetimeFigureOut">
              <a:rPr lang="en-FI" smtClean="0"/>
              <a:t>30/08/2026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3F8ECC-908F-3F2E-C452-444BBE779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7C9FE-F33C-3EB4-93C2-A180A7519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D656E-11B7-4E9E-AB98-A0380031CFA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130776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5F7A5-B659-F9C8-41B3-66BF3088B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2BB63-30D4-3541-BFE2-E61281672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D084BE-DDDC-8CB8-A51A-0882F8CA7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255AE3-E425-A7FD-FF28-58C1C7AE0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D43-3C6F-450E-9581-A3DE369EC1A5}" type="datetimeFigureOut">
              <a:rPr lang="en-FI" smtClean="0"/>
              <a:t>30/08/2026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1DFA9-46F2-5CA6-148B-05E8291CE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72D54-CF53-CB4E-4D73-59BE2EB9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D656E-11B7-4E9E-AB98-A0380031CFA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556891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85547-1CFC-CD77-55D6-D9D63988A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E62274-59C9-7ABB-3045-E571C88612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9298CE-118F-31D2-6CCF-6D564F8E9C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5C1844-A14A-A78F-152A-1C78EA9FC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D43-3C6F-450E-9581-A3DE369EC1A5}" type="datetimeFigureOut">
              <a:rPr lang="en-FI" smtClean="0"/>
              <a:t>30/08/2026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8A63B-23F4-9C6E-2741-B609DAA00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B7E37-FDE7-0475-D5E3-2A6204D33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D656E-11B7-4E9E-AB98-A0380031CFA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523684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AA484-5F50-5AB0-045C-3BEE500B7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61F510-80D8-9E4F-A605-EEBBA193B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E7F6C-1F82-199D-803F-AD28080C4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D43-3C6F-450E-9581-A3DE369EC1A5}" type="datetimeFigureOut">
              <a:rPr lang="en-FI" smtClean="0"/>
              <a:t>30/08/2026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B42C8-399B-954B-A68E-C9154F6D6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5D8C3-E10E-BD7C-1852-2BCD4F998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D656E-11B7-4E9E-AB98-A0380031CFA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533014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06976A-66AD-02AA-ADE1-98528D3C1E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C2840-05B6-CE98-4C81-E8BB2860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16C2F-63A5-1500-8C20-E8B57F71C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D43-3C6F-450E-9581-A3DE369EC1A5}" type="datetimeFigureOut">
              <a:rPr lang="en-FI" smtClean="0"/>
              <a:t>30/08/2026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81763-C3A9-A67C-E228-E5471AD6A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61100-272E-8EFE-3331-08C71BAE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D656E-11B7-4E9E-AB98-A0380031CFA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627993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D3A051-21DD-ADF1-7A78-710C35CAB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50253-9CD3-3743-DB19-B9887CD89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FA229-EE07-93A2-524F-0F32C2745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2D3D43-3C6F-450E-9581-A3DE369EC1A5}" type="datetimeFigureOut">
              <a:rPr lang="en-FI" smtClean="0"/>
              <a:t>30/08/2026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B8474-09AB-757E-C937-8FE502FAF8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1B67D-9C83-1DDE-6D7E-1C5E6E9D91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0D656E-11B7-4E9E-AB98-A0380031CFA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02143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879AE-1A15-6BF5-A6B9-A521E3F28E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TestForgeAI</a:t>
            </a:r>
            <a:endParaRPr lang="en-FI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689CA1-0765-C0CA-89BE-BA85607F8C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Autonomous Test Engineer for IBM Maximo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798599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37592C-0F5C-15B5-B3BB-B4FA5A630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057"/>
            <a:ext cx="12192000" cy="656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745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BACDF7-6AB9-0F44-C9B8-D483CEA9F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173"/>
            <a:ext cx="12192000" cy="651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859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2983A3-B155-69C1-7DBC-77F105CDC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132"/>
            <a:ext cx="12192000" cy="643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869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53851-A1D9-9F84-5E41-A77EC46F9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42E5E2-97BC-8181-2F5F-1F3A20759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882"/>
            <a:ext cx="12192000" cy="654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354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35FD4-73FA-D55C-BE3F-D491AB156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229647-3878-615C-1D63-D9DF41962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200"/>
            <a:ext cx="12192000" cy="639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70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1FFAE-FADD-A80A-9A59-F9CB90CF4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0A4DBF-F586-8CA5-AEAB-09CC21DAD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366"/>
            <a:ext cx="12192000" cy="654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301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3A346-C368-4910-E49C-980C44690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D8FADB-7591-A107-C1EE-8B1AC2631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426"/>
            <a:ext cx="12192000" cy="658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215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E1DEDB-81D6-73CF-5641-D893FA43A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621"/>
            <a:ext cx="12192000" cy="641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039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8C22F-78BE-42D2-6E74-14050083E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D3BAC1-2268-F1EB-7FF6-E165B6ED7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013"/>
            <a:ext cx="12192000" cy="650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782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73B81-F273-D6E5-AB26-CF220D006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9FB07A-DAEF-7CDA-F584-B75024EF8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050" y="0"/>
            <a:ext cx="81659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746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98FB2-25AE-E134-FF80-42E406C1D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69658B-C95C-52C1-A3FE-39EE7F92B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44" y="766391"/>
            <a:ext cx="11545911" cy="53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516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761FB-2775-3946-D420-09FA59FFB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FB77E7-9DC8-6EF6-DA5E-C094288FDF48}"/>
              </a:ext>
            </a:extLst>
          </p:cNvPr>
          <p:cNvSpPr txBox="1"/>
          <p:nvPr/>
        </p:nvSpPr>
        <p:spPr>
          <a:xfrm>
            <a:off x="166255" y="157633"/>
            <a:ext cx="82436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dirty="0"/>
              <a:t>https://github.com/anilbob81/testforge-ai-hackathon/blob/feature/testforge-ai-hackathon/README.md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713D93-4D4A-64A1-E4C3-68C731FDF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82" y="1001706"/>
            <a:ext cx="10396451" cy="544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750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96DD4-EFFB-55F8-52BA-34C8B29AB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AA0525-2268-D77E-F8F2-2F7EAB8D2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6228"/>
            <a:ext cx="12192000" cy="634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254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CDB58-B77E-C7FA-D523-270837C17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6065CF-1AA5-41BD-65C3-21EFF5701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7431578" cy="49318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DBCEB6-6484-5ACC-58DD-98D94D6C4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276" y="-1"/>
            <a:ext cx="6655724" cy="673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251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695731c-0364-4176-9347-f1966225da15}" enabled="1" method="Privileged" siteId="{02b6749b-5ce0-4853-bd5c-a05f9bd9dd3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26</Words>
  <Application>Microsoft Office PowerPoint</Application>
  <PresentationFormat>Widescreen</PresentationFormat>
  <Paragraphs>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TestForgeAI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Anil Dontaraju</dc:creator>
  <cp:lastModifiedBy>Anil Dontaraju</cp:lastModifiedBy>
  <cp:revision>2</cp:revision>
  <dcterms:created xsi:type="dcterms:W3CDTF">2026-08-29T21:46:04Z</dcterms:created>
  <dcterms:modified xsi:type="dcterms:W3CDTF">2026-08-29T22:00:25Z</dcterms:modified>
</cp:coreProperties>
</file>